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Block 1 Synthesis: The Hepatologist's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NASPGHAN/ESPGHAN 2017 (Fawaz) · ESPGHAN liver biopsy 2015 (Dezsőfi) · EFSUMB 2017 · WFUMB 2024 paediatric · AASLD NILDA 2024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Guideline comparison · five difficult cases · twenty pearls · what we still do not know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TOOL ANSWERS WHICH QUESTION?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Thirteen lessons, four families of tools, one rule: name the question before ordering the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Dezsőfi A, et al. JPGN 2015;60:408–20 · Ferraioli G, et al. Ultrasound Med Biol 2024;50:1071–87 · Sterling RK, et al. Hepatology 2025;81:321–57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Blood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Pattern first: hepatocellular, cholestatic or mixed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Fractionate bilirubin; direct &gt; 1.0 mg/dL is disease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INR only after parenteral vitamin 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Fasting ultrasound first, always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HIDA excretion excludes; silence proves nothing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Infant MRCP rarely decides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Stiffness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Elastography measures stiffness, not fibrosis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Serum scores were built in adults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Better at ruling out than ruling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Tissue, genes,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Biopsy: question, tracts, pathologist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Genetics: trio, phase, never wait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Endoscopy only when it changes the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Every tool in this block answers one question well and the others badly. The skill is choosing the order, not the menu.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Before every order: what is the question, what would change, and what could fool this test?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EVERY TEST HAS A BLIND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each tool measures, what fools it, and what it can never tell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Dufour DR, et al. Clin Chem 2000;46:2027–49 · Caropreso M, et al. J Pediatr 2009;154:744–8 · Dietrich CF, et al. Ultraschall Med 2017;38:377–94 · Fawaz R, et al. JPGN 2017;64:154–68 · Bravo AA, et al. NEJM 2001;344:495–500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9593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291840"/>
                <a:gridCol w="3108960"/>
                <a:gridCol w="28620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Measures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Fooled by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Cannot tell you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ALT / 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Hepatocyte leak; AST also muscle and red cells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Muscle, haemolysis, macro-AST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Severity or 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GGT / ALP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Canalicular injury; ALP also bone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Infant GGT surge; pubertal ALP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Where the obstruction 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Direct bilirubin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Conjugated plus delta (albumin-bound) fraction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Delta lag (3-week half-life); haemolysis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The cause of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Factors II, VII, X and fibrinogen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Vitamin K malabsorption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Who will bleed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Elastography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Stiffness of the whole organ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Inflammation, cholestasis, congestion, food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Fibrosis stage without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APRI / GPR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Platelets against AST or GGT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Hypersplenism; physiological infant GGT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 validated paediatric cut-off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Bile flow into the gut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Prematurity, PN, paucity, A1AT deficiency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 diagnosis when it does not excrete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Liver biopsy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Pattern in about 1/50,000 of the liver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Small cores, early timing, sampling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Anything without enough portal tracts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Gene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Variants in the genes chosen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VUS; two variants not phased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Genes that are not on the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ANCHOR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each paper is, what it rests on, and the line worth quoting from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Dezsőfi A, et al. JPGN 2015;60:408–20 · Dietrich CF, et al. Ultraschall Med 2017;38:377–94 · Ferraioli G, et al. Ultrasound Med Biol 2024;50:1071–87 · Sterling RK, et al. Hepatology 2025;81:321–57, 672–724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35478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Document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Evidence base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The line to remember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NASPGHAN/ESPGHAN 2017 (Fawaz)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Evaluation of the cholestatic infant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GRADE; 10 numbered recommendations, mostly 1A–1B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Direct bilirubin &gt; 1.0 mg/dL is pathological whatever the total (1A); IOC is the gold standard (1A)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ESPGHAN 2015 position paper (Dezsőfi)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Liver biopsy in children: indications, technique, safety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Narrative review of adult and paediatric data; checklist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Core about 20 mm × 1.8 mm; ≥ 10 portal tracts for atresia; observe at least 6 hours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EFSUMB 2017 update (Dietrich)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Liver ultrasound elastography, all 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Oxford levels; mostly adult studies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Food, inflammation, cholestasis and congestion raise stiffness independent of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WFUMB 2024 paediatric (Ferraioli)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Elastography in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LoE 2a, grade B for cut-offs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paediatric cut-off can be recommended; ≤ 5 kPa rules out, ≥ 15 kPa rules in (not BA, CFLD, Fontan)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AASLD 2024 NILDA (Sterling)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Blood and imaging tests, adults and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Systematic reviews; paediatric statements mostly ungraded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preferred method or threshold in children; not a standalone test of change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 — THE CHOLESTATIC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INFANT DOCUMENTS DISAGREE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JPGN · Kemper 2022 Pediatrics · NICE CG98 · Ranucci 2022 Dig Liver Dis (SIGENP) · Chen 2025 JPGN (FISPGHAN) · Napolitano 2021 Pediatr Radiol (ESPR) · EASL genetic cholestasis 2024 J Hepatol · Dezsőfi 2015 JPGN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2" cy="40782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657600"/>
                <a:gridCol w="4114800"/>
                <a:gridCol w="130759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Other documents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Abnormal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Direct or conjugated &gt; 1.0 mg/dL (17 µmol/L)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NICE: conjugated &gt; 25 µmol/L; SIGENP: 1.0 mg/dL or &gt; 20% if total &gt;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When to test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Formula-fed at 2 weeks; well breastfed infant may wait to 3 weeks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AAP 2022: breastfed 3–4 weeks; NICE: &gt; 14 days term, &gt; 21 days preterm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Universal screening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Stool colour card described (Taiwan sensitivity 95.2%), not mandated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FISPGHAN 2025: universal screening by stool card or bilirubin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HIDA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alone for atresia (1B); clear excretion may exclude it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ESPR 2021: HIDA not useful for atresia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MRCP, ERCP, PTCC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Limited role (ungraded)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ESPR 2021: PTCC or ERCP with biopsy when equivocal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Liver biopsy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Most supportive test in expert hands (1B); 90–95% correct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2015: ≥ 2 cm or ≥ 10 portal tracts for atresia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Genetic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Low threshold for panel or exome (ungraded)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EASL 2024: early NGS panel or exome in 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Gold standard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IOC with remnant histology (1A); misleading in up to 20%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document disputes it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 — TISSUE AND STIFFNESS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TISSUE AND STIFFNESS RULES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Dezsőfi 2015 JPGN · Rockey 2009 Hepatology · Northup 2021 Hepatology · Neuberger 2020 Gut · Ferraioli 2024 UMB · Sterling 2025 Hepatology · Xanthakos 2025 Hepatology · Mann 2026 JPGN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2" cy="40782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886200"/>
                <a:gridCol w="3886200"/>
                <a:gridCol w="130759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Paediatric documents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Adult documents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Core 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2015: 20 mm; ≥ 2 cm or ≥ 10 tracts for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AASLD: ≥ 11 complete tracts; RCPath minimum 10 mm and 6 tracts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Coagulopathy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2015: INR &gt; 1.5 → factors, or transjugular or laparoscopic route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 2021: no INR correction; BSG: INR &gt; 1.4 → transvenous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Observation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Bed rest ≥ 1 h; observe ≥ 6 h; no contact sport for a week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BSG 2020: at least 3 hours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Elastography cut-offs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WFUMB 2024: none recommended, yet ≤ 5 / ≥ 15 kPa offered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 2024: none endorsed for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Paediatric MASLD, VCTE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2026: &lt; 5.5 kPa excludes, &gt; 10 kPa suggests advanced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 2025: adult thresholds not validated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Serum scores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2026: APRI, FIB-4 not recommended in MASLD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 2024: APRI or FIB-4 suggested for F3–F4 (ungraded)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Serial stiffness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WFUMB: &gt; 10% change on the same machine is real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AASLD: not a standalone test of change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Confounders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Inflammation, cholestasis, congestion, food, sedation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Same list (EFSUMB 2017, AASLD 2024)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THE BLOCK IN ONE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AGREEMENT IS THE MINORITY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Verdicts in the guideline tables of lessons 1 to 13, number of questions (n = 148)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Tally of the verdict tables in lessons 01-01 to 01-13 of this series; stance tables on serum scores excluded. Figure drawn for this lesson.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Aligned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76272"/>
            <a:ext cx="4114800" cy="19202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19" y="21396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41 (28%)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Differ in detail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79192"/>
            <a:ext cx="3914078" cy="19202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4798" y="264261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39 (26%)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Only one region or age group speaks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182112"/>
            <a:ext cx="3612995" cy="19202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3715" y="31455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36 (24%)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Material or contradictory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685032"/>
            <a:ext cx="2509024" cy="19202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9744" y="364845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25 (17%)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No data anywhere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4187952"/>
            <a:ext cx="702526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3246" y="41513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7 (5%)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057400"/>
            <a:ext cx="9144" cy="2560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Barely a quarter of the questions had the same answer for children and adults, or on both sides of the Atlantic. The usual reason for a split was not conflicting evidence but absent paediatric evidence, filled by borrowing.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When the paediatric document is silent, say so, and name the adult rule you are borrowing.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SPECIFICITY FOR ATRESIA, TEST BY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Specificity for biliary atresia in the cholestatic infant, %, as reported in the guideline and the series it cites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(HIDA, MRCP data from Liu B, PLoS One 2014;9:e88268) · Zhou L, et al. AJR 2016;206:W73–82 · Keil R, et al. Endoscopy 2010;42:121–6 · Stovicek J, et al.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Triangular cord sign on ultrasound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130551"/>
            <a:ext cx="4143146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8106" y="20939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97–100%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ERCP in expert series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679191"/>
            <a:ext cx="3848709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3669" y="264261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87–94%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HIDA: no excretion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227832"/>
            <a:ext cx="2956986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946" y="319125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68.5–72.2%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MRCP: duct not seen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3776472"/>
            <a:ext cx="1514246" cy="19202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9206" y="3739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011679"/>
            <a:ext cx="9144" cy="224027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Sensitivity runs the other way. The cord sign misses many infants with atresia (sensitivity 23–85%), while a draining HIDA scan almost never misses it (sensitivity about 98.7%). MRCP is sensitive (99%) but only 36% specific, because a collapsed infant duct often looks absent.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Rule out with the sensitive test, rule in with the specific one, and decide with the cholangiogram.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 — NUMBERS THAT MOVE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NUMBERS FROM THIS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Each one changes what happens next to a real child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Caropreso M, et al. J Pediatr 2009;154:744–8 · Azzam RK, et al. JPGN 2005;41:639–43 · Togawa T, et al. J Pediatr 2016;171:171–7 · Karpen SJ, et al. JPGN 2021;72:654–60 · Duché M, et al. J Hepatol 2017;66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202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402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700" b="1" i="0">
                <a:solidFill>
                  <a:srgbClr val="1B355E"/>
                </a:solidFill>
                <a:latin typeface="Abadi"/>
              </a:rPr>
              <a:t>38.6%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90672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Well children with isolated raised AST who had macro-AST (17 of 44)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920240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9202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2402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700" b="1" i="0">
                <a:solidFill>
                  <a:srgbClr val="1B355E"/>
                </a:solidFill>
                <a:latin typeface="Abadi"/>
              </a:rPr>
              <a:t>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090672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Complications of liver biopsy under 3 months; 7 of 12 came from sedation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920240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9202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2402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700" b="1" i="0">
                <a:solidFill>
                  <a:srgbClr val="1B355E"/>
                </a:solidFill>
                <a:latin typeface="Abadi"/>
              </a:rPr>
              <a:t>71% → 6.8%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090672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Genetic yield: selected phenotype versus open referral to a 77-gene panel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920240"/>
            <a:ext cx="2567178" cy="2103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9202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2402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700" b="1" i="0">
                <a:solidFill>
                  <a:srgbClr val="1B355E"/>
                </a:solidFill>
                <a:latin typeface="Abadi"/>
              </a:rPr>
              <a:t>96% vs 11%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090672"/>
            <a:ext cx="229285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High-risk varices in children who bled versus children who never 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Macro-AST spares a biopsy; the sedation risk argues for local anaesthesia in the young infant; the denominator decides whether a gene panel is worth sending; and the appearance of the varix, not the platelet count, predicts the bleed.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Know the denominator behind every number you quote.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1 — THE CHOLESTATIC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GALLBLADDER LOOKED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Six weeks old, and every non-invasive test is equivocal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Zhou L, et al. AJR 2016;206:W73–82 · Liu B, et al. PLoS One 2014;9:e88268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Girl, 6 weeks, breastfed; jaundiced since week 2. Parents call the stools 'pale yellow'.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Total bilirubin 7.8 mg/dL, direct 2.4 mg/dL, GGT 520 U/L, ALT 110 U/L, INR 1.3.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Ultrasound: gallbladder 2.2 cm, no triangular cord. HIDA: no excretion at 24 h. MRCP: common duct not seen.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tools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Direct 2.4 mg/dL is disease at any total (1A); look at the stool yourself.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 normal ultrasound does not exclude non-syndromic atresia; the ghost triad can appear later.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HIDA silence is about 70% specific; MRCP is 36% specific. Neither decides.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Same day: sepsis, galactosaemia, thyroid and cortisol; A1AT phenotype; vitamin K for the INR.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 phenobarbital premedication: it costs days and has no randomised benefit.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720"/>
              </a:spcAft>
            </a:pPr>
            <a:r>
              <a:rPr sz="1250" b="1" i="0">
                <a:solidFill>
                  <a:srgbClr val="1A1A1A"/>
                </a:solidFill>
                <a:latin typeface="Abadi"/>
              </a:rPr>
              <a:t>Liver biopsy now, read by a paediatric pathologist, then cholangiogram; at 6 weeks every day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2 — THE ISOLATED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AST WITHOUT ALT IS NOT LIVER UNTIL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well four-year-old with an abnormal pre-operative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Caropreso M, et al. J Pediatr 2009;154:744–8 · Kulecka M, et al. J Hepatol 2017;67:1026–30 · Dufour DR, et al. Clin Chem 2000;46:2027–49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Boy, 4 years, well, normal growth and development; bloods taken before grommets.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AST 210 U/L, ALT 22 U/L, GGT and bilirubin normal. Same result 3 months later.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Referred with a request for 'liver work-up and biopsy'.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tools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AST out of proportion to ALT points to muscle, red cells or macro-AST.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 a boy, creatine kinase first: a muscular dystrophy can present this way.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If CK, LDH and haemolysis screen are normal: PEG precipitation; &gt; 82.2% precipitable AST makes macro-AST likely.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Macro-AST was found in 38.6% of well children with isolated AST; it persisted 6 years in 6 of 9, all well.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Familial forms are common (GOT1 p.Gln208Glu): test the parents.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720"/>
              </a:spcAft>
            </a:pPr>
            <a:r>
              <a:rPr sz="1250" b="1" i="0">
                <a:solidFill>
                  <a:srgbClr val="1A1A1A"/>
                </a:solidFill>
                <a:latin typeface="Abadi"/>
              </a:rPr>
              <a:t>CK, then PEG precipitation, then the parents. No imaging, no biopsy, and a letter that stops the next referral.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3 — THE STIFF 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19 kPa IN A LIVER THAT IS NOT CIRRHOTIC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Stiffness measured on the day of diagnosis of autoimmune hepatitis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Ferraioli G, et al. Ultrasound Med Biol 2024;50:1071–87 · Dietrich CF, et al. Ultraschall Med 2017;38:377–94 · Sterling RK, et al. Hepatology 2025;81:672–724 · Mieli-Vergani G, et al. JPGN 2018;66:345–60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Girl, 12 years, 3 weeks of jaundice and fatigue. ALT 820 U/L, bilirubin 3.1 mg/dL, IgG 24 g/L.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Platelets 240 × 10⁹/L, spleen normal for height, no varices on ultrasound.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VCTE 19.4 kPa (IQR/median 18%). The report says 'consistent with cirrhosis'.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tools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Inflammation and cholestasis each push a non-cirrhotic liver past 15 kPa.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WFUMB 2024 offers ≥ 15 kPa as rule-in, but no paediatric cut-off is endorsed (AASLD 2024).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Normal platelets and spleen argue against portal hypertension.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AIH needs a biopsy anyway; the core, not the probe, gives today's stage.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Repeat VCTE in biochemical remission, same machine and probe; only change beyond about 10% is real.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720"/>
              </a:spcAft>
            </a:pPr>
            <a:r>
              <a:rPr sz="1250" b="1" i="0">
                <a:solidFill>
                  <a:srgbClr val="1A1A1A"/>
                </a:solidFill>
                <a:latin typeface="Abadi"/>
              </a:rPr>
              <a:t>Do not label cirrhosis. Biopsy for diagnosis and stage; re-baseline stiffness in remission.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4 — BEFORE THE NEEDLE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INR 1.9, 7.5 kg, AND A REQUEST FOR BIOPSY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After a partly successful Kasai, the team wants staging and asks about varices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Dezsőfi A, et al. JPGN 2015;60:408–20 · Lisman T, Porte RJ. Blood 2010;116:878–85 · Duché M, et al. Gastroenterology 2010;139:1952–60 · Shneider BL, et al. Hepatology 2016;63:1368–80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Boy, 9 months, 7.5 kg; Kasai at 9 weeks. Bilirubin 4.5 mg/dL, albumin 3.2 g/dL.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INR 1.9, platelets 85 × 10⁹/L, fibrinogen 160 mg/dL. Spleen 3 cm below the costal margin.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Request: percutaneous biopsy to stage fibrosis 'before listing', and a screening endoscopy.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tools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Give parenteral vitamin K and recheck the INR tomorrow; factor V separates malabsorption from synthetic failure.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The INR does not predict procedural bleeding; ESPGHAN still asks for correction or another route above 1.5.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Ask first whether a stage changes listing; often it does not.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If biopsy is needed: plug the tract under 10 kg, or transjugular, at an expert centre; observe 6 hours.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75% of first bleeds in atresia occur before 2.5 years; high-risk varices predict them.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720"/>
              </a:spcAft>
            </a:pPr>
            <a:r>
              <a:rPr sz="1250" b="1" i="0">
                <a:solidFill>
                  <a:srgbClr val="1A1A1A"/>
                </a:solidFill>
                <a:latin typeface="Abadi"/>
              </a:rPr>
              <a:t>Vitamin K, fat-soluble vitamin levels and a listing assessment now; biopsy only if it changes the plan; EGD with banding if high-risk varices.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CASE 5 — THE GENE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PATHOGENIC VARIANT AND ONE VUS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Low-GGT cholestasis and a panel result that does not settle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EASL CPG genetic cholestasis. J Hepatol 2024;81:303–25 · Fawaz R, et al. JPGN 2017;64:154–68 · Chen E, et al. JAMA Netw Open 2023;6:e2339571 · FDA and EMA labels, Bylvay and Livmarli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43484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91440" cy="3931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Girl, 3 months, intense itch, direct bilirubin 5.2 mg/dL, GGT 35 U/L, ALT 160 U/L.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Serum bile acids 210 µmol/L. Fat-soluble vitamins low.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Abadi"/>
              </a:rPr>
              <a:t>77-gene panel: ABCB11 frameshift (pathogenic) and ABCB11 missense VUS; phase unknown.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638251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Reading the tools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Low GGT narrows to FIC1, BSEP, TJP2, MYO5B and bile-acid synthesis defects.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High serum bile acids argue against a synthesis defect (those run low or normal).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One pathogenic plus one VUS is the commonest dilemma: test both parents to phase it.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Test the tissue: BSEP immunostaining on the biopsy can settle pathogenicity.</a:t>
            </a:r>
          </a:p>
          <a:p>
            <a:pPr algn="l">
              <a:spcAft>
                <a:spcPts val="72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Two truncating ABCB11 variants (BSEP3) predict poor IBAT-inhibitor response; labels differ by age and region.</a:t>
            </a:r>
          </a:p>
          <a:p>
            <a:pPr algn="l">
              <a:spcAft>
                <a:spcPts val="72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Decision</a:t>
            </a:r>
          </a:p>
          <a:p>
            <a:pPr algn="l">
              <a:spcAft>
                <a:spcPts val="720"/>
              </a:spcAft>
            </a:pPr>
            <a:r>
              <a:rPr sz="1250" b="1" i="0">
                <a:solidFill>
                  <a:srgbClr val="1A1A1A"/>
                </a:solidFill>
                <a:latin typeface="Abadi"/>
              </a:rPr>
              <a:t>Treat now: MCT, vitamins, itch control. Phase with the parents, stain for BSEP, then decide on an IBAT inhibitor.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TWENTY PEARLS OF THE BLOCK (1–10)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Lessons 01-01 to 01-07 · Dufour DR 2000 · Caropreso M 2009 · Fawaz R 2017 · Weiss JS 1983 · Lisman T 2010 · Colloredo G 2003 · Azzam RK 2005 · Zhou L 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1.  Read the panel as a time series: AST (t½ about 17 h) falls before ALT (about 47 h).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2.  Isolated AST: CK first, then PEG precipitation; macro-AST in 38.6% of well children.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3.  Direct or conjugated bilirubin above 1.0 mg/dL is pathological at any total (1A).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4.  Delta bilirubin shares albumin's 3-week half-life: jaundice outlasts recovery.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5.  Give parenteral vitamin K before calling any INR synthetic failure; factor V decides.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6.  The INR measures prognosis, not bleeding; rebalanced haemostasis can clot at INR 2.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7.  Name the zone before the disease; tell the pathologist the age, GGT and question.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8.  Six portal tracts diagnose, eleven stage; a 1 cm core calls 80% of livers mild.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9.  Infant biopsy risk is mostly sedation: 18% complications under 3 months.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10.  Triangular cord: act on a positive (specificity 97–100%), ignore a negative.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TWENTY PEARLS OF THE BLOCK (11–20)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Lessons 01-01 to 01-13 · Dufour 2000 · Caropreso 2009 · Fawaz 2017 · Lisman 2010 · Colloredo 2003 · Azzam 2005 · Zhou 2016 · Li 2020 · Togawa 2016 · Karpen 2021 · Mouzaki 2019 · Duché 2010 · Gana 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11.  HIDA excretion excludes atresia; non-excretion is about 70% specific.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12.  Infant MRCP: seeing the duct excludes atresia; missing it proves nothing (36% specific).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13.  Normal VCTE in a child is below about 5.5 kPa; sedation, S-probe and fat raise it.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14.  Inflammation, cholestasis and congestion each push a healthy-architecture liver past 15 kPa.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15.  APRI, FIB-4 and GPR were born in adult viral hepatitis; do not import their cut-offs.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16.  Genetic yield follows the denominator: 71% in a genetic phenotype, 6.8% in open referral.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17.  Send the trio; re-analyse a negative exome every 3 years; never wait to treat.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18.  Start energy at 130% of requirement; triceps skinfold finds depletion that weight misses.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19.  75% of first variceal bleeds in atresia come before 2.5 years; screen early.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20.  No paediatric non-invasive rule is safe enough to cancel a screening endoscopy.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BLOCK COULD NOT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Questions where the evidence in children is absent, borrowed or too small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Dezsőfi 2015 · Northup 2021 · Ferraioli 2024 · Sterling 2025 · Mann 2026 · Gana 2011 · Gonçalves 2000 · Gattini 2020 (Cochrane) · Chen 2025 · Chen 2023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49039"/>
                <a:gridCol w="3566160"/>
                <a:gridCol w="37764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would close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 safe INR or platelet threshold for paediatric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Plasma is still given to treat a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Prospective biopsy registry with viscoelastic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Disease- and platform-specific paediatric stiffness cut-offs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Adult cut-offs misclassify; platforms disagree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Paediatric cohorts with biopsy, by disease and machine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Fibrosis scores derived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APRI, FIB-4 and GPR were built in adults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Derivation and validation in BA, CF and MASLD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Neonatal ductopenia threshold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The &lt; 0.5 ratio was set in older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Normative CK7 duct counts by gestational age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 rule that safely skips variceal screening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Best paediatric NPV is about 0.63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Multicentre paediatric study of stiffness plus platelets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Primary prophylaxis of varices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One sclerotherapy RCT; no beta-blocker trial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Randomised trial of band ligation versus surveillance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Universal infant cholestasis screening in the US and Europe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Late Kasai still happens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Implementation trials of stool cards and early direct bilirubin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Time to resolve a VUS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About two years of uncertainty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Shared paediatric liver variant databases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SELF-TEST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QUESTIONS FOR THE MIRROR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Dezsőfi 2015 · Rockey 2009 · Caropreso 2009 · Ferraioli 2024 · Mann 2026 · EASL 2024 · Duché 2010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2" cy="4261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Day 21, total bilirubin 3.0, direct 1.2 mg/dL: abnormal?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Yes: direct above 1.0 mg/dL is pathological at any total (1A)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HIDA shows bowel activity at 4 hours: what does it exclude?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Biliary atresia (sensitivity of a non-draining scan about 98.7%)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How many portal tracts to diagnose, and to stage?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About 6 to diagnose; at least 11 to stage (AASLD); 10 for atresia (ESPGHAN)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INR 2.0 in a cholestatic infant: the first step?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Parenteral vitamin K; recheck next day; factor V if still prolonged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Isolated AST three times normal in a well boy: two tests?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Creatine kinase, then PEG precipitation for macro-AST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VCTE 16 kPa during acute hepatitis: cirrhosis?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yet: repeat in remission on the same machine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Upper normal VCTE in a healthy child?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About 5.5 kPa, higher with sedation, S-probe and fat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APRI 1.2 in a 4-month-old with cholestasis: meaning?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Uninterpretable: no validated infant cut-off; GGT and AST norms differ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ABCB11 pathogenic plus VUS: next two steps?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Phase with parental testing; BSEP immunostaining on tissue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Atresia, 14 months, falling platelets: when to scope?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Now: three-quarters of first bleeds occur before 2.5 years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WHAT CHANGES IN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I WILL DO DIFFERENTLY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Synthesis of lessons 01-01 to 01-13 and the anchor documents: Fawaz 2017 · Dezsőfi 2015 · Dietrich 2017 · Ferraioli 2024 · Sterling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Write the question on the request form: diagnose, stage, predict, or decide.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Fractionate every bilirubin after two weeks of age, and look at the stool myself.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Give vitamin K before I believe an INR, and stop treating INR numbers before procedures.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Ask the lab for the tract count and core length, and give the pathologist age, GGT and question.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Read stiffness as a trend from the child's own baseline, after inflammation has settled.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Never quote an adult serum-score or stiffness cut-off to a parent as if it applied to their child.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Send the trio, phase every unresolved variant, and never let a pending result delay treatment.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Book a scope only when its result will change the plan, and send small infants to the centre that does it monthly.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Block 1 Synthesis: The Hepatologist's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